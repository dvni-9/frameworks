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Guía Básica de JavaScript y Angular</a:t>
            </a:r>
          </a:p>
          <a:p>
            <a:pPr>
              <a:spcBef>
                <a:spcPts val="1400"/>
              </a:spcBef>
              <a:defRPr sz="2200">
                <a:solidFill>
                  <a:srgbClr val="CBD5E1"/>
                </a:solidFill>
              </a:defRPr>
            </a:pPr>
            <a:r>
              <a:t>Desde cero: De la manipulación básica del DOM a los componentes modernos</a:t>
            </a:r>
          </a:p>
          <a:p>
            <a:pPr>
              <a:spcBef>
                <a:spcPts val="2400"/>
              </a:spcBef>
              <a:defRPr sz="1400">
                <a:solidFill>
                  <a:srgbClr val="94A3B8"/>
                </a:solidFill>
              </a:defRPr>
            </a:pPr>
            <a:r>
              <a:t>Desarrollo de Aplicaciones Web (DAW) • Frameworks Frontend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0031"/>
                </a:solidFill>
              </a:defRPr>
            </a:pPr>
            <a:r>
              <a:t>FUNDAMENTOS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¿Qué es JavaScript y para qué sirve?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La Tríada de la Web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HTML: Estructura (el esqueleto).</a:t>
            </a:r>
            <a:br/>
            <a:r>
              <a:t>• CSS: Estilo y diseño (la ropa y colores).</a:t>
            </a:r>
            <a:br/>
            <a:r>
              <a:t>• JavaScript: Comportamiento y lógica (los músculos y el cerebro de la página).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Interactividad Real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Permite responder a las acciones del usuario: clics de ratón, pulsaciones de teclas, validación de formularios y consumo de datos sin recargar la web.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Ejecución en el Cliente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El código JavaScript corre directamente en el navegador del usuario (Chrome, Firefox, Edge).</a:t>
            </a:r>
            <a:br/>
            <a:r>
              <a:t>• No necesita recargar la página para cambiar lo que se muestra.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0031"/>
                </a:solidFill>
              </a:defRPr>
            </a:pPr>
            <a:r>
              <a:t>JAVASCRIPT ESENCIAL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Sintaxis Básica de JavaScript que Debes Conocer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1. Variables (Guardar datos)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let contador = 0;</a:t>
            </a:r>
            <a:br/>
            <a:r>
              <a:t>  (Permite cambiar su valor más tarde).</a:t>
            </a:r>
            <a:br/>
            <a:r>
              <a:t>• const elemento = ...;</a:t>
            </a:r>
            <a:br/>
            <a:r>
              <a:t>  (Valor fijo que no se puede reasignar).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2. El DOM (El árbol de la página)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document.getElementById('contador')</a:t>
            </a:r>
            <a:br/>
            <a:r>
              <a:t>  Permite 'atrapar' una etiqueta de tu HTML desde JavaScript para leerla o modificarla.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3. Eventos (Reaccionar al usuario)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boton.addEventListener('click', () =&gt; { ... })</a:t>
            </a:r>
            <a:br/>
            <a:r>
              <a:t>  Ejecuta una porción de código en el instante exacto en que el usuario hace clic.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0031"/>
                </a:solidFill>
              </a:defRPr>
            </a:pPr>
            <a:r>
              <a:t>CASO PRÁCTICO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El Contador en Vanilla JS: ¿Cómo funciona?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solidFill>
            <a:srgbClr val="1A202C"/>
          </a:solidFill>
          <a:ln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>
                <a:solidFill>
                  <a:srgbClr val="E2E8F0"/>
                </a:solidFill>
                <a:latin typeface="Consolas"/>
              </a:defRPr>
            </a:pPr>
            <a:r>
              <a:t>// vanilla.js</a:t>
            </a:r>
            <a:br/>
            <a:r>
              <a:t>let contador = 0;</a:t>
            </a:r>
            <a:br/>
            <a:br/>
            <a:r>
              <a:t>const valor = document.getElementById('contador');</a:t>
            </a:r>
            <a:br/>
            <a:r>
              <a:t>const btnSumar = document.getElementById('sumar');</a:t>
            </a:r>
            <a:br/>
            <a:r>
              <a:t>const btnRestar = document.getElementById('restar');</a:t>
            </a:r>
            <a:br/>
            <a:br/>
            <a:r>
              <a:t>btnSumar.addEventListener('click', () =&gt; {</a:t>
            </a:r>
            <a:br/>
            <a:r>
              <a:t>    contador++;</a:t>
            </a:r>
            <a:br/>
            <a:r>
              <a:t>    valor.textContent = contador;</a:t>
            </a:r>
            <a:br/>
            <a:r>
              <a:t>});</a:t>
            </a:r>
            <a:br/>
            <a:br/>
            <a:r>
              <a:t>btnRestar.addEventListener('click', () =&gt; {</a:t>
            </a:r>
            <a:br/>
            <a:r>
              <a:t>    contador--;</a:t>
            </a:r>
            <a:br/>
            <a:r>
              <a:t>    valor.textContent = contador;</a:t>
            </a:r>
            <a:br/>
            <a:r>
              <a:t>});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Flujo Paso a Paso (Imperativo):</a:t>
            </a:r>
          </a:p>
          <a:p>
            <a:pPr>
              <a:spcBef>
                <a:spcPts val="1000"/>
              </a:spcBef>
              <a:defRPr sz="1300">
                <a:solidFill>
                  <a:srgbClr val="2D3748"/>
                </a:solidFill>
              </a:defRPr>
            </a:pPr>
            <a:r>
              <a:t>1. Estado Inicial:</a:t>
            </a:r>
            <a:br/>
            <a:r>
              <a:t>Creamos la variable contador con valor 0.</a:t>
            </a:r>
            <a:br/>
            <a:br/>
            <a:r>
              <a:t>2. Búsqueda en el DOM:</a:t>
            </a:r>
            <a:br/>
            <a:r>
              <a:t>Buscamos los botones y el texto mediante su ID.</a:t>
            </a:r>
            <a:br/>
            <a:br/>
            <a:r>
              <a:t>3. Actualización Manual:</a:t>
            </a:r>
            <a:br/>
            <a:r>
              <a:t>Cuando el usuario hace clic, aumentamos o disminuimos contador, pero OJO: la pantalla no se entera sola. Tenemos que escribir explícitamente valor.textContent = contador para que se vea reflejado.</a:t>
            </a:r>
            <a:br/>
            <a:br/>
            <a:r>
              <a:t>⚠️ Problema:</a:t>
            </a:r>
            <a:br/>
            <a:r>
              <a:t>Si la app crece a 50 campos, actualizar el DOM a mano es infernal y propenso a errores.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0031"/>
                </a:solidFill>
              </a:defRPr>
            </a:pPr>
            <a:r>
              <a:t>EVOLUCIÓN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¿Por qué necesitamos Frameworks?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El Caos de Vanilla JS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En proyectos medianos o grandes, el código JS se vuelve largo, repetitivo y frágil.</a:t>
            </a:r>
            <a:br/>
            <a:r>
              <a:t>• Fácil olvidar actualizar una parte de la pantalla.</a:t>
            </a:r>
            <a:br/>
            <a:r>
              <a:t>• Difícil trabajar en equipo sin una estructura común.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¿Qué es un Framework?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Un marco de trabajo con herramientas, convenciones y patrones preestablecidos.</a:t>
            </a:r>
            <a:br/>
            <a:r>
              <a:t>• No reinventas la rueda: incluye enrutamiento, gestión de estado y ciclo de vida de componentes.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Programación Declarativa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Tú defines el QUÉ y no el CÓMO.</a:t>
            </a:r>
            <a:br/>
            <a:r>
              <a:t>• Le dices al framework: 'Esta etiqueta muestra el contador'.</a:t>
            </a:r>
            <a:br/>
            <a:r>
              <a:t>• Cuando el contador cambia, el framework actualiza la pantalla automáticamente (Reactividad).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0031"/>
                </a:solidFill>
              </a:defRPr>
            </a:pPr>
            <a:r>
              <a:t>FRAMEWORK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¿Qué es Angular?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Creado por Google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Es uno de los frameworks más sólidos y usados en grandes empresas y banca.</a:t>
            </a:r>
            <a:br/>
            <a:r>
              <a:t>• Muy estructurado, escalable y mantenible a largo plazo.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Basado en TypeScript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TypeScript es JavaScript con tipos de datos (number, string, etc.).</a:t>
            </a:r>
            <a:br/>
            <a:r>
              <a:t>• Te avisa de errores antes de ejecutar el código en el navegador.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Arquitectura en Componentes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La aplicación se divide en piezas reutilizables e independientes.</a:t>
            </a:r>
            <a:br/>
            <a:r>
              <a:t>• Un componente agrupa su lógica (TS), su vista (HTML) y sus estilos (CSS).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0031"/>
                </a:solidFill>
              </a:defRPr>
            </a:pPr>
            <a:r>
              <a:t>CASO PRÁCTICO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El Contador en Angular: Caso Práctico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solidFill>
            <a:srgbClr val="1A202C"/>
          </a:solidFill>
          <a:ln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>
                <a:solidFill>
                  <a:srgbClr val="E2E8F0"/>
                </a:solidFill>
                <a:latin typeface="Consolas"/>
              </a:defRPr>
            </a:pPr>
            <a:r>
              <a:t>// contador.component.ts</a:t>
            </a:r>
            <a:br/>
            <a:r>
              <a:t>import { Component } from '@angular/core';</a:t>
            </a:r>
            <a:br/>
            <a:br/>
            <a:r>
              <a:t>@Component({</a:t>
            </a:r>
            <a:br/>
            <a:r>
              <a:t>  selector: 'app-contador',</a:t>
            </a:r>
            <a:br/>
            <a:r>
              <a:t>  standalone: true,</a:t>
            </a:r>
            <a:br/>
            <a:r>
              <a:t>  templateUrl: './contador.component.html'</a:t>
            </a:r>
            <a:br/>
            <a:r>
              <a:t>})</a:t>
            </a:r>
            <a:br/>
            <a:r>
              <a:t>export class ContadorComponent {</a:t>
            </a:r>
            <a:br/>
            <a:r>
              <a:t>  contador: number = 0;</a:t>
            </a:r>
            <a:br/>
            <a:br/>
            <a:r>
              <a:t>  sumar(): void {</a:t>
            </a:r>
            <a:br/>
            <a:r>
              <a:t>    this.contador++;</a:t>
            </a:r>
            <a:br/>
            <a:r>
              <a:t>  }</a:t>
            </a:r>
            <a:br/>
            <a:br/>
            <a:r>
              <a:t>  restar(): void {</a:t>
            </a:r>
            <a:br/>
            <a:r>
              <a:t>    this.contador--;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Plantilla: contador.component.html</a:t>
            </a:r>
          </a:p>
          <a:p>
            <a:pPr>
              <a:spcBef>
                <a:spcPts val="1000"/>
              </a:spcBef>
              <a:defRPr sz="1200">
                <a:solidFill>
                  <a:srgbClr val="2D3748"/>
                </a:solidFill>
              </a:defRPr>
            </a:pPr>
            <a:r>
              <a:t>&lt;!-- Enlace automático de datos --&gt;</a:t>
            </a:r>
            <a:br/>
            <a:r>
              <a:t>&lt;h1&gt;{{ contador }}&lt;/h1&gt;</a:t>
            </a:r>
            <a:br/>
            <a:br/>
            <a:r>
              <a:t>&lt;!-- Enlace de eventos (click) --&gt;</a:t>
            </a:r>
            <a:br/>
            <a:r>
              <a:t>&lt;button (click)="restar()"&gt;-1&lt;/button&gt;</a:t>
            </a:r>
            <a:br/>
            <a:r>
              <a:t>&lt;button (click)="sumar()"&gt;+1&lt;/button&gt;</a:t>
            </a:r>
            <a:br/>
            <a:br/>
            <a:r>
              <a:t>-----------------------------------------</a:t>
            </a:r>
            <a:br/>
            <a:r>
              <a:t>¿Por qué es superior?</a:t>
            </a:r>
            <a:br/>
            <a:r>
              <a:t>1. ¡Cero llamadas a getElementById!</a:t>
            </a:r>
            <a:br/>
            <a:r>
              <a:t>2. La vista se enlaza con {{ contador }}.</a:t>
            </a:r>
            <a:br/>
            <a:r>
              <a:t>3. Al llamar a sumar(), Angular detecta el cambio en contador y refresca el DOM sin que tú tengas que tocar nada.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0031"/>
                </a:solidFill>
              </a:defRPr>
            </a:pPr>
            <a:r>
              <a:t>COMPARATIVA DIRECTA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Tabla Comparativa: Vanilla JS vs Angular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</a:tblGrid>
              <a:tr h="87782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Vanilla JavaScript</a:t>
                      </a:r>
                    </a:p>
                  </a:txBody>
                  <a:tcPr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Angular</a:t>
                      </a:r>
                    </a:p>
                  </a:txBody>
                  <a:tcPr>
                    <a:solidFill>
                      <a:srgbClr val="1A202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Paradigma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Imperativo (Paso a paso: busca nodo, cámbialo, etc.)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Declarativo (Defines qué mostrar, Angular lo actualiza)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Gestión del DOM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Manual mediante document.getElementById()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Automática y reactiva con {{ variable 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Eventos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Manual con addEventListener('click', ...)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Directo en plantilla con sintaxis (click)='metodo()'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Ideal para...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Scripts pequeños, páginas estáticas o pruebas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Aplicaciones web empresariales, complejas y escalables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0031"/>
                </a:solidFill>
              </a:defRPr>
            </a:pPr>
            <a:r>
              <a:t>HERRAMIENTAS AVANZADAS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¿Qué es MCP y qué son las Skills en Antigravity?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¿Qué es MCP?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Model Context Protocol (MCP) es un estándar abierto.</a:t>
            </a:r>
            <a:br/>
            <a:r>
              <a:t>• Permite a los asistentes de IA conectarse a servidores externos (por ejemplo, el CLI de Angular o la documentación oficial).</a:t>
            </a:r>
            <a:br/>
            <a:r>
              <a:t>• Facilita ejecutar migraciones automáticas y diagnósticos.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¿Qué son las Skills?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Son paquetes de conocimiento y flujos de trabajo especializados instalados en la IA.</a:t>
            </a:r>
            <a:br/>
            <a:r>
              <a:t>• Le enseñan al asistente mejores prácticas sobre Angular, JavaScript, pruebas, etc.</a:t>
            </a:r>
            <a:br/>
            <a:r>
              <a:t>• Se guardan en .agents/skills/ dentro de tu proyecto.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Cómo están en tu proyecto</a:t>
            </a:r>
          </a:p>
          <a:p>
            <a:pPr>
              <a:spcBef>
                <a:spcPts val="1200"/>
              </a:spcBef>
              <a:defRPr sz="1300">
                <a:solidFill>
                  <a:srgbClr val="2D3748"/>
                </a:solidFill>
              </a:defRPr>
            </a:pPr>
            <a:r>
              <a:t>• Hemos instalado skills de Angular y JavaScript en .agents/skills/.</a:t>
            </a:r>
            <a:br/>
            <a:r>
              <a:t>• Hemos configurado el servidor MCP de Angular en .agents/mcp_config.json.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¡Archivos creados en tu proyecto!</a:t>
            </a:r>
          </a:p>
          <a:p>
            <a:br/>
            <a:pPr>
              <a:spcBef>
                <a:spcPts val="1600"/>
              </a:spcBef>
              <a:defRPr sz="1500">
                <a:solidFill>
                  <a:srgbClr val="E2E8F0"/>
                </a:solidFill>
              </a:defRPr>
            </a:pPr>
            <a:r>
              <a:t>1. Frameworks/vanilla.js</a:t>
            </a:r>
            <a:br/>
            <a:r>
              <a:t>   -&gt; El script original con el contador en JavaScript puro (inicia en 0, botón +1 y -1).</a:t>
            </a:r>
            <a:br/>
            <a:br/>
            <a:r>
              <a:t>2. Frameworks/angular/ (contador.component.ts, .html, .css)</a:t>
            </a:r>
            <a:br/>
            <a:r>
              <a:t>   -&gt; La implementación completa del mismo contador en Angular con TypeScript y Data-Binding.</a:t>
            </a:r>
            <a:br/>
            <a:br/>
            <a:r>
              <a:t>3. Frameworks/index.html</a:t>
            </a:r>
            <a:br/>
            <a:r>
              <a:t>   -&gt; Doble clic en este archivo para abrir tu navegador y PROBAR AMBOS funcionando lado a lado.</a:t>
            </a:r>
            <a:br/>
            <a:br/>
            <a:r>
              <a:t>4. .agents/skills/ &amp; .agents/mcp_config.json</a:t>
            </a:r>
            <a:br/>
            <a:r>
              <a:t>   -&gt; Skills de Angular y JavaScript instaladas, junto con la configuración MCP.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